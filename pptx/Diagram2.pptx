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CERD CORPORATE DATA REPLICATION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217920" y="1554480"/>
            <a:ext cx="22860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0" y="1554480"/>
            <a:ext cx="228600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Sysbase Database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3474720"/>
            <a:ext cx="2286000" cy="1051560"/>
          </a:xfrm>
          <a:prstGeom prst="rect">
            <a:avLst/>
          </a:prstGeom>
          <a:solidFill>
            <a:srgbClr val="854F0B"/>
          </a:solidFill>
          <a:ln w="12700">
            <a:solidFill>
              <a:srgbClr val="6338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3474720"/>
            <a:ext cx="228600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Autosys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08960" y="3474720"/>
            <a:ext cx="2286000" cy="1051560"/>
          </a:xfrm>
          <a:prstGeom prst="rect">
            <a:avLst/>
          </a:prstGeom>
          <a:solidFill>
            <a:srgbClr val="185FA5"/>
          </a:solidFill>
          <a:ln w="12700">
            <a:solidFill>
              <a:srgbClr val="0C447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3474720"/>
            <a:ext cx="228600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SpringBoot/Java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3474720"/>
            <a:ext cx="2286000" cy="1051560"/>
          </a:xfrm>
          <a:prstGeom prst="rect">
            <a:avLst/>
          </a:prstGeom>
          <a:solidFill>
            <a:srgbClr val="0F6E56"/>
          </a:solidFill>
          <a:ln w="12700">
            <a:solidFill>
              <a:srgbClr val="08504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3474720"/>
            <a:ext cx="228600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data in the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table (FRWRDR)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5440680"/>
            <a:ext cx="2286000" cy="1051560"/>
          </a:xfrm>
          <a:prstGeom prst="rect">
            <a:avLst/>
          </a:prstGeom>
          <a:solidFill>
            <a:srgbClr val="534AB7"/>
          </a:solidFill>
          <a:ln w="12700">
            <a:solidFill>
              <a:srgbClr val="3C348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5440680"/>
            <a:ext cx="228600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DSF Stored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01200" y="5440680"/>
            <a:ext cx="2286000" cy="1051560"/>
          </a:xfrm>
          <a:prstGeom prst="rect">
            <a:avLst/>
          </a:prstGeom>
          <a:solidFill>
            <a:srgbClr val="993C1D"/>
          </a:solidFill>
          <a:ln w="12700">
            <a:solidFill>
              <a:srgbClr val="712B1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0" y="5440680"/>
            <a:ext cx="228600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REFDBO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560320" y="4000500"/>
            <a:ext cx="548640" cy="0"/>
          </a:xfrm>
          <a:prstGeom prst="line">
            <a:avLst/>
          </a:prstGeom>
          <a:noFill/>
          <a:ln w="25400">
            <a:solidFill>
              <a:srgbClr val="854F0B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2633472" y="3799332"/>
            <a:ext cx="402336" cy="402336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37993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2080260"/>
            <a:ext cx="0" cy="1394460"/>
          </a:xfrm>
          <a:prstGeom prst="line">
            <a:avLst/>
          </a:prstGeom>
          <a:noFill/>
          <a:ln w="25400">
            <a:solidFill>
              <a:srgbClr val="185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51960" y="2080260"/>
            <a:ext cx="1965960" cy="0"/>
          </a:xfrm>
          <a:prstGeom prst="line">
            <a:avLst/>
          </a:prstGeom>
          <a:noFill/>
          <a:ln w="25400">
            <a:solidFill>
              <a:srgbClr val="185FA5"/>
            </a:solidFill>
            <a:prstDash val="solid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4343400" y="18059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Since date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33772" y="1879092"/>
            <a:ext cx="402336" cy="40233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33772" y="18790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1960" y="2080260"/>
            <a:ext cx="0" cy="139446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5394960" y="4000500"/>
            <a:ext cx="822960" cy="0"/>
          </a:xfrm>
          <a:prstGeom prst="line">
            <a:avLst/>
          </a:prstGeom>
          <a:noFill/>
          <a:ln w="25400">
            <a:solidFill>
              <a:srgbClr val="185FA5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5605272" y="3799332"/>
            <a:ext cx="402336" cy="40233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05272" y="37993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51960" y="4526280"/>
            <a:ext cx="0" cy="1440180"/>
          </a:xfrm>
          <a:prstGeom prst="line">
            <a:avLst/>
          </a:prstGeom>
          <a:noFill/>
          <a:ln w="25400">
            <a:solidFill>
              <a:srgbClr val="185FA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51960" y="5966460"/>
            <a:ext cx="1965960" cy="0"/>
          </a:xfrm>
          <a:prstGeom prst="line">
            <a:avLst/>
          </a:prstGeom>
          <a:noFill/>
          <a:ln w="25400">
            <a:solidFill>
              <a:srgbClr val="185FA5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5033772" y="5765292"/>
            <a:ext cx="402336" cy="40233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33772" y="57652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03920" y="5966460"/>
            <a:ext cx="1097280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8851392" y="5765292"/>
            <a:ext cx="402336" cy="40233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51392" y="57652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2026-06-25T17:05:21Z</dcterms:created>
  <dcterms:modified xsi:type="dcterms:W3CDTF">2026-06-25T17:05:21Z</dcterms:modified>
</cp:coreProperties>
</file>