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CERD CORPORATE DATA REPLICATION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EBF4FC"/>
          </a:solidFill>
          <a:ln w="15240">
            <a:solidFill>
              <a:srgbClr val="185FA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F0EEF9"/>
          </a:solidFill>
          <a:ln w="15240">
            <a:solidFill>
              <a:srgbClr val="534AB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4340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21040" y="868680"/>
            <a:ext cx="3474720" cy="5394960"/>
          </a:xfrm>
          <a:prstGeom prst="roundRect">
            <a:avLst>
              <a:gd name="adj" fmla="val 2105"/>
            </a:avLst>
          </a:prstGeom>
          <a:solidFill>
            <a:srgbClr val="FDF0EC"/>
          </a:solidFill>
          <a:ln w="15240">
            <a:solidFill>
              <a:srgbClr val="993C1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321040" y="9601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344168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D6E8F7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344168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Sybase ASE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08376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syslogs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72584"/>
            <a:ext cx="3200400" cy="1408176"/>
          </a:xfrm>
          <a:prstGeom prst="roundRect">
            <a:avLst>
              <a:gd name="adj" fmla="val 3896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672584"/>
            <a:ext cx="320040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reader / CDC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779776"/>
            <a:ext cx="0" cy="20116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157984" y="2788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4443984"/>
            <a:ext cx="0" cy="201168"/>
          </a:xfrm>
          <a:prstGeom prst="line">
            <a:avLst/>
          </a:prstGeom>
          <a:noFill/>
          <a:ln w="19050">
            <a:solidFill>
              <a:srgbClr val="0F6E56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157984" y="4453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2007291"/>
            <a:ext cx="3200400" cy="3410346"/>
          </a:xfrm>
          <a:prstGeom prst="roundRect">
            <a:avLst>
              <a:gd name="adj" fmla="val 1714"/>
            </a:avLst>
          </a:prstGeom>
          <a:solidFill>
            <a:srgbClr val="DDD9F5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2007291"/>
            <a:ext cx="3200400" cy="34103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route changes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58200" y="2007291"/>
            <a:ext cx="3200400" cy="3410346"/>
          </a:xfrm>
          <a:prstGeom prst="roundRect">
            <a:avLst>
              <a:gd name="adj" fmla="val 1714"/>
            </a:avLst>
          </a:prstGeom>
          <a:solidFill>
            <a:srgbClr val="F5CEBE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58200" y="2007291"/>
            <a:ext cx="3200400" cy="341034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database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5376672"/>
            <a:ext cx="5029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712464"/>
            <a:ext cx="0" cy="166420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712464"/>
            <a:ext cx="155448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3840480" y="3511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3712464"/>
            <a:ext cx="502920" cy="0"/>
          </a:xfrm>
          <a:prstGeom prst="line">
            <a:avLst/>
          </a:prstGeom>
          <a:noFill/>
          <a:ln w="25400">
            <a:solidFill>
              <a:srgbClr val="993C1D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7818120" y="3511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6E8F7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(Sybase)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7190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8EBE0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964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CDC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DD9F5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52660" y="64922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5CEBE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90404" y="6492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(Oracle)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2026-06-25T16:42:58Z</dcterms:created>
  <dcterms:modified xsi:type="dcterms:W3CDTF">2026-06-25T16:42:58Z</dcterms:modified>
</cp:coreProperties>
</file>